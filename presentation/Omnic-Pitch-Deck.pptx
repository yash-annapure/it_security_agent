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OMNIC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71455" y="109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2A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 ·  THE PROBLEM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08960" y="566928"/>
            <a:ext cx="2011680" cy="0"/>
          </a:xfrm>
          <a:prstGeom prst="line">
            <a:avLst/>
          </a:prstGeom>
          <a:noFill/>
          <a:ln w="9525">
            <a:solidFill>
              <a:srgbClr val="F2A93B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EDF1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Same name. Different software.</a:t>
            </a:r>
            <a:endParaRPr lang="en-US" sz="3400" dirty="0"/>
          </a:p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EDF1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very confident false alarm.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3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Vulnerability databases and package registries don't speak the same language — and guessing wrong goes wrong in both directions.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131B24"/>
          </a:solidFill>
          <a:ln w="12700">
            <a:solidFill>
              <a:srgbClr val="4FB6E0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47288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YOUR DEPENDENCY
</a:t>
            </a:r>
            <a:pPr indent="0" marL="0">
              <a:buNone/>
            </a:pPr>
            <a:r>
              <a:rPr lang="en-US" sz="2600" b="1" dirty="0">
                <a:solidFill>
                  <a:srgbClr val="4FB6E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click
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rgbClr val="93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PyPI · Python CLI framework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43400" y="37490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548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same string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548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wrong vendor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3246120"/>
            <a:ext cx="3566160" cy="1737360"/>
          </a:xfrm>
          <a:prstGeom prst="roundRect">
            <a:avLst>
              <a:gd name="adj" fmla="val 3158"/>
            </a:avLst>
          </a:prstGeom>
          <a:solidFill>
            <a:srgbClr val="131B24"/>
          </a:solidFill>
          <a:ln w="12700">
            <a:solidFill>
              <a:srgbClr val="E5484D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3447288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6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CVE MATCH
</a:t>
            </a:r>
            <a:pPr indent="0" marL="0">
              <a:buNone/>
            </a:pPr>
            <a:r>
              <a:rPr lang="en-US" sz="2600" b="1" dirty="0">
                <a:solidFill>
                  <a:srgbClr val="E5484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click
</a:t>
            </a:r>
            <a:endParaRPr lang="en-US" sz="950" dirty="0"/>
          </a:p>
          <a:p>
            <a:pPr indent="0" marL="0">
              <a:buNone/>
            </a:pPr>
            <a:r>
              <a:rPr lang="en-US" sz="1200" dirty="0">
                <a:solidFill>
                  <a:srgbClr val="93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Ubuntu · Click packaging tool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Reported: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48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CRITICAL — remote code execution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in your web app  ·  real vulnerability: a phone-OS package that shares a name.
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DF1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Only ~52.6% of CVEs even carry a machine-matchable identity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— the rest is guesswork, unless something closes the gap.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OMNIC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71455" y="109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2A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 ·  MEET OMNIC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08960" y="566928"/>
            <a:ext cx="2011680" cy="0"/>
          </a:xfrm>
          <a:prstGeom prst="line">
            <a:avLst/>
          </a:prstGeom>
          <a:noFill/>
          <a:ln w="9525">
            <a:solidFill>
              <a:srgbClr val="F2A93B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EDF1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Plug in. Ask a question.</a:t>
            </a:r>
            <a:endParaRPr lang="en-US" sz="3400" dirty="0"/>
          </a:p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EDF1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Get the truth.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3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new dashboard. No tool to learn. Omnic lives inside the coding assistant your team already has open.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9509760" cy="2926080"/>
          </a:xfrm>
          <a:prstGeom prst="roundRect">
            <a:avLst>
              <a:gd name="adj" fmla="val 1563"/>
            </a:avLst>
          </a:prstGeom>
          <a:solidFill>
            <a:srgbClr val="131B24"/>
          </a:solidFill>
          <a:ln w="12700">
            <a:solidFill>
              <a:srgbClr val="2B35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246120"/>
            <a:ext cx="9509760" cy="329184"/>
          </a:xfrm>
          <a:prstGeom prst="roundRect">
            <a:avLst>
              <a:gd name="adj" fmla="val 13889"/>
            </a:avLst>
          </a:prstGeom>
          <a:solidFill>
            <a:srgbClr val="1B2530"/>
          </a:solidFill>
          <a:ln w="6350">
            <a:solidFill>
              <a:srgbClr val="2B3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461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cline — omnic mcp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3703320"/>
            <a:ext cx="8869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DB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DF1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ask Cline — "check this repo for vulnerabilities"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FB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get_scan_command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FB6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curl --data-binary @uv.lock  .../scan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parsing uv.lock ..................... 158 components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SBOM generated ...................... CycloneDX 1.5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cache coverage ....................... 368,026 / 368,026 CVEs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matching candidates .................. 5 found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training classifier ................. RandomForest wins @ t=0.62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SHAP explainer ....................... ready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triage ................ 0 escalated · 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DB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confirmed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· 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0A7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review_queue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DBA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report saved → reports/2026-07-22-scan.md  (3.5s, offline)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OMNIC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71455" y="109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2A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 ·  HOW IT WORKS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08960" y="566928"/>
            <a:ext cx="2011680" cy="0"/>
          </a:xfrm>
          <a:prstGeom prst="line">
            <a:avLst/>
          </a:prstGeom>
          <a:noFill/>
          <a:ln w="9525">
            <a:solidFill>
              <a:srgbClr val="F2A93B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264"/>
              </a:lnSpc>
              <a:buNone/>
            </a:pPr>
            <a:r>
              <a:rPr lang="en-US" sz="3200" b="1" dirty="0">
                <a:solidFill>
                  <a:srgbClr val="EDF1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Six stages. One verdict</a:t>
            </a:r>
            <a:endParaRPr lang="en-US" sz="3200" dirty="0"/>
          </a:p>
          <a:p>
            <a:pPr algn="l" indent="0" marL="0">
              <a:lnSpc>
                <a:spcPts val="3264"/>
              </a:lnSpc>
              <a:buNone/>
            </a:pPr>
            <a:r>
              <a:rPr lang="en-US" sz="3200" b="1" dirty="0">
                <a:solidFill>
                  <a:srgbClr val="EDF1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you can stand behind.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3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uncertain finding gets a reason, not just a score — and a human always gets the last word.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3503066" cy="1600200"/>
          </a:xfrm>
          <a:prstGeom prst="roundRect">
            <a:avLst>
              <a:gd name="adj" fmla="val 2857"/>
            </a:avLst>
          </a:prstGeom>
          <a:solidFill>
            <a:srgbClr val="131B24"/>
          </a:solidFill>
          <a:ln w="12700">
            <a:solidFill>
              <a:srgbClr val="2B3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227832"/>
            <a:ext cx="310073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F2A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PARSE
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DF1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Read the repo
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3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uv.lock, package-lock.json, requirements.txt — or generate a real SBOM if none exists.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44314" y="3063240"/>
            <a:ext cx="3503066" cy="1600200"/>
          </a:xfrm>
          <a:prstGeom prst="roundRect">
            <a:avLst>
              <a:gd name="adj" fmla="val 2857"/>
            </a:avLst>
          </a:prstGeom>
          <a:solidFill>
            <a:srgbClr val="131B24"/>
          </a:solidFill>
          <a:ln w="12700">
            <a:solidFill>
              <a:srgbClr val="2B3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5482" y="3227832"/>
            <a:ext cx="310073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F2A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LOOKUP
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DF1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Local, offline cache
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3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Matched against a fully-synced NVD + CISA KEV cache. No live calls, no rate limits.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48549" y="3063240"/>
            <a:ext cx="3503066" cy="1600200"/>
          </a:xfrm>
          <a:prstGeom prst="roundRect">
            <a:avLst>
              <a:gd name="adj" fmla="val 2857"/>
            </a:avLst>
          </a:prstGeom>
          <a:solidFill>
            <a:srgbClr val="131B24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5709" y="2916936"/>
            <a:ext cx="3228746" cy="228600"/>
          </a:xfrm>
          <a:prstGeom prst="rect">
            <a:avLst/>
          </a:prstGeom>
          <a:solidFill>
            <a:srgbClr val="0B0F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2A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TRUST CHECKPOINT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249717" y="3227832"/>
            <a:ext cx="310073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F2A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IDENTIFY
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DF1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Resolve the real vendor
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3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Cross-checked against the package's own registry homepage — collisions caught before they're findings.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3503066" cy="1600200"/>
          </a:xfrm>
          <a:prstGeom prst="roundRect">
            <a:avLst>
              <a:gd name="adj" fmla="val 2857"/>
            </a:avLst>
          </a:prstGeom>
          <a:solidFill>
            <a:srgbClr val="131B24"/>
          </a:solidFill>
          <a:ln w="12700">
            <a:solidFill>
              <a:srgbClr val="2B35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5056632"/>
            <a:ext cx="310073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F2A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SCORE
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DF1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Confidence, explained
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3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trained classifier rates each match; SHAP attaches a reason to every one it isn't sure about.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44314" y="4892040"/>
            <a:ext cx="3503066" cy="1600200"/>
          </a:xfrm>
          <a:prstGeom prst="roundRect">
            <a:avLst>
              <a:gd name="adj" fmla="val 2857"/>
            </a:avLst>
          </a:prstGeom>
          <a:solidFill>
            <a:srgbClr val="131B24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1474" y="4745736"/>
            <a:ext cx="3228746" cy="228600"/>
          </a:xfrm>
          <a:prstGeom prst="rect">
            <a:avLst/>
          </a:prstGeom>
          <a:solidFill>
            <a:srgbClr val="0B0F1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2A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TRUST CHECKPOINT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45482" y="5056632"/>
            <a:ext cx="310073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F2A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TRIAGE
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DF1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Nothing dropped silently
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3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Escalated · confirmed · review · rejected. A miss costs 10× a false alarm.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48549" y="4892040"/>
            <a:ext cx="3503066" cy="1600200"/>
          </a:xfrm>
          <a:prstGeom prst="roundRect">
            <a:avLst>
              <a:gd name="adj" fmla="val 2857"/>
            </a:avLst>
          </a:prstGeom>
          <a:solidFill>
            <a:srgbClr val="131B24"/>
          </a:solidFill>
          <a:ln w="12700">
            <a:solidFill>
              <a:srgbClr val="2B3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9717" y="5056632"/>
            <a:ext cx="310073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F2A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REPORT
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DF1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Plain English + receipts
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3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it means, how to fix it, and exactly how much of NVD was actually searched.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OMNIC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71455" y="109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2A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 ·  WHY OMNIC WINS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08960" y="566928"/>
            <a:ext cx="2011680" cy="0"/>
          </a:xfrm>
          <a:prstGeom prst="line">
            <a:avLst/>
          </a:prstGeom>
          <a:noFill/>
          <a:ln w="9525">
            <a:solidFill>
              <a:srgbClr val="F2A93B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600" b="1" dirty="0">
                <a:solidFill>
                  <a:srgbClr val="EDF1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receipts.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3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number here is something we verified against a live run — not a claim taken on faith.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2714168" cy="2651760"/>
          </a:xfrm>
          <a:prstGeom prst="rect">
            <a:avLst/>
          </a:prstGeom>
          <a:solidFill>
            <a:srgbClr val="0B0F14"/>
          </a:solidFill>
          <a:ln w="12700">
            <a:solidFill>
              <a:srgbClr val="2B3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74720"/>
            <a:ext cx="2439848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4480560"/>
            <a:ext cx="24398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EDF1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Confirmed Precision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4800600"/>
            <a:ext cx="2439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 from 20% (1-in-5) once name-collisions stopped counting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72536" y="2606040"/>
            <a:ext cx="2714168" cy="2651760"/>
          </a:xfrm>
          <a:prstGeom prst="rect">
            <a:avLst/>
          </a:prstGeom>
          <a:solidFill>
            <a:srgbClr val="0B0F14"/>
          </a:solidFill>
          <a:ln w="12700">
            <a:solidFill>
              <a:srgbClr val="2B3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9696" y="3474720"/>
            <a:ext cx="2439848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3.5s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09696" y="4480560"/>
            <a:ext cx="24398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EDF1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Full Scan, Offline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09696" y="4800600"/>
            <a:ext cx="2439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158 dependencies vs. 368,026 CVEs, zero live network calls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04992" y="2606040"/>
            <a:ext cx="2714168" cy="2651760"/>
          </a:xfrm>
          <a:prstGeom prst="rect">
            <a:avLst/>
          </a:prstGeom>
          <a:solidFill>
            <a:srgbClr val="0B0F14"/>
          </a:solidFill>
          <a:ln w="12700">
            <a:solidFill>
              <a:srgbClr val="2B3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2152" y="3474720"/>
            <a:ext cx="2439848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240 / 95%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42152" y="4480560"/>
            <a:ext cx="24398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EDF1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Tests / Coverage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42152" y="4800600"/>
            <a:ext cx="2439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external call mocked — never touches a live API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837447" y="2606040"/>
            <a:ext cx="2714168" cy="2651760"/>
          </a:xfrm>
          <a:prstGeom prst="rect">
            <a:avLst/>
          </a:prstGeom>
          <a:solidFill>
            <a:srgbClr val="0B0F14"/>
          </a:solidFill>
          <a:ln w="12700">
            <a:solidFill>
              <a:srgbClr val="2B3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4607" y="3474720"/>
            <a:ext cx="2439848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10×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974607" y="4480560"/>
            <a:ext cx="24398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EDF1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Cost of a Miss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974607" y="4800600"/>
            <a:ext cx="24398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6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weighted against a false alarm — sets the model and its cutoff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55321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Transparent by architecture, not by policy: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DF1F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SHAP-explained, human-reviewed, nothing silently dropped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6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— the same bar EU AI Act transparency expects.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OMNIC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271455" y="1097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F2A9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 ·  THE ASK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08960" y="566928"/>
            <a:ext cx="2011680" cy="0"/>
          </a:xfrm>
          <a:prstGeom prst="line">
            <a:avLst/>
          </a:prstGeom>
          <a:noFill/>
          <a:ln w="9525">
            <a:solidFill>
              <a:srgbClr val="F2A93B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EDF1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Any analyst. Any repo.</a:t>
            </a:r>
            <a:endParaRPr lang="en-US" sz="3400" dirty="0"/>
          </a:p>
          <a:p>
            <a:pPr algn="l" indent="0" marL="0">
              <a:lnSpc>
                <a:spcPts val="3468"/>
              </a:lnSpc>
              <a:buNone/>
            </a:pPr>
            <a:r>
              <a:rPr lang="en-US" sz="3400" b="1" dirty="0">
                <a:solidFill>
                  <a:srgbClr val="EDF1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Zero setup.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93A1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 Omnic at a project it's never seen, and it writes its own onboarding rules before it writes your first report.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EDF1F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Security tooling should disappear into the workflow you already have. </a:t>
            </a:r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F2A9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Omnic does.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5669280"/>
            <a:ext cx="4992624" cy="384048"/>
          </a:xfrm>
          <a:prstGeom prst="roundRect">
            <a:avLst>
              <a:gd name="adj" fmla="val 50000"/>
            </a:avLst>
          </a:prstGeom>
          <a:solidFill>
            <a:srgbClr val="0B0F14"/>
          </a:solidFill>
          <a:ln w="12700">
            <a:solidFill>
              <a:srgbClr val="2B3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669280"/>
            <a:ext cx="4992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→ container image scanning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15584" y="5669280"/>
            <a:ext cx="5577840" cy="384048"/>
          </a:xfrm>
          <a:prstGeom prst="roundRect">
            <a:avLst>
              <a:gd name="adj" fmla="val 50000"/>
            </a:avLst>
          </a:prstGeom>
          <a:solidFill>
            <a:srgbClr val="0B0F14"/>
          </a:solidFill>
          <a:ln w="12700">
            <a:solidFill>
              <a:srgbClr val="2B35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15584" y="566928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→ OS package vendor resolution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1576304" y="5669280"/>
            <a:ext cx="4407408" cy="384048"/>
          </a:xfrm>
          <a:prstGeom prst="roundRect">
            <a:avLst>
              <a:gd name="adj" fmla="val 50000"/>
            </a:avLst>
          </a:prstGeom>
          <a:solidFill>
            <a:srgbClr val="0B0F14"/>
          </a:solidFill>
          <a:ln w="12700">
            <a:solidFill>
              <a:srgbClr val="2B3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76304" y="5669280"/>
            <a:ext cx="4407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1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→ broader training set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Omnic — Plug-and-Play Vulnerability Intelligence</dc:title>
  <dc:subject>PptxGenJS Presentation</dc:subject>
  <dc:creator>PptxGenJS</dc:creator>
  <cp:lastModifiedBy>PptxGenJS</cp:lastModifiedBy>
  <cp:revision>1</cp:revision>
  <dcterms:created xsi:type="dcterms:W3CDTF">2026-07-22T19:07:42Z</dcterms:created>
  <dcterms:modified xsi:type="dcterms:W3CDTF">2026-07-22T19:07:42Z</dcterms:modified>
</cp:coreProperties>
</file>